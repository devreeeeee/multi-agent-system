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27c33b3d6e94ed4" /><Relationship Type="http://schemas.openxmlformats.org/package/2006/relationships/metadata/core-properties" Target="/docProps/core.xml" Id="R696cee7df2d649cd" /><Relationship Type="http://schemas.openxmlformats.org/officeDocument/2006/relationships/extended-properties" Target="/docProps/app.xml" Id="Rb62dd21a6bf645ae" /><Relationship Type="http://schemas.openxmlformats.org/officeDocument/2006/relationships/custom-properties" Target="/docProps/custom.xml" Id="R0e4d09bacc7742a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dd67ac72ca045d9"/>
  </p:notesMasterIdLst>
  <p:sldIdLst>
    <p:sldId id="256" r:id="R0dc0319d3df84d96"/>
    <p:sldId id="257" r:id="R139276d2532745d7"/>
    <p:sldId id="258" r:id="R8d58388c0e6c4053"/>
    <p:sldId id="259" r:id="R77f28304be3e4097"/>
    <p:sldId id="260" r:id="R37ce55f154924a99"/>
    <p:sldId id="261" r:id="R7e5084d386a044d8"/>
    <p:sldId id="262" r:id="Rec328de767de47f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dc0319d3df84d96" /><Relationship Type="http://schemas.openxmlformats.org/officeDocument/2006/relationships/notesMaster" Target="/ppt/notesMasters/notesMaster1.xml" Id="Rddd67ac72ca045d9" /><Relationship Type="http://schemas.openxmlformats.org/officeDocument/2006/relationships/slide" Target="/ppt/slides/slide2.xml" Id="R139276d2532745d7" /><Relationship Type="http://schemas.openxmlformats.org/officeDocument/2006/relationships/slide" Target="/ppt/slides/slide3.xml" Id="R8d58388c0e6c4053" /><Relationship Type="http://schemas.openxmlformats.org/officeDocument/2006/relationships/slide" Target="/ppt/slides/slide4.xml" Id="R77f28304be3e4097" /><Relationship Type="http://schemas.openxmlformats.org/officeDocument/2006/relationships/slide" Target="/ppt/slides/slide5.xml" Id="R37ce55f154924a99" /><Relationship Type="http://schemas.openxmlformats.org/officeDocument/2006/relationships/slide" Target="/ppt/slides/slide6.xml" Id="R7e5084d386a044d8" /><Relationship Type="http://schemas.openxmlformats.org/officeDocument/2006/relationships/slide" Target="/ppt/slides/slide7.xml" Id="Rec328de767de47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2dd18230244bd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a6c2550daa54343" /><Relationship Type="http://schemas.openxmlformats.org/officeDocument/2006/relationships/slide" Target="/ppt/slides/slide1.xml" Id="R2685661606234c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74b49a415db491e" /><Relationship Type="http://schemas.openxmlformats.org/officeDocument/2006/relationships/slide" Target="/ppt/slides/slide2.xml" Id="R204101a3c75b4b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7d884501e6b4927" /><Relationship Type="http://schemas.openxmlformats.org/officeDocument/2006/relationships/slide" Target="/ppt/slides/slide3.xml" Id="R267a9703f09545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1ef2e4cf5894fa9" /><Relationship Type="http://schemas.openxmlformats.org/officeDocument/2006/relationships/slide" Target="/ppt/slides/slide4.xml" Id="R26b5485596f04f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147155c35b3492e" /><Relationship Type="http://schemas.openxmlformats.org/officeDocument/2006/relationships/slide" Target="/ppt/slides/slide5.xml" Id="R9faa839521904d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c33f8f427074cd7" /><Relationship Type="http://schemas.openxmlformats.org/officeDocument/2006/relationships/slide" Target="/ppt/slides/slide6.xml" Id="Ra0ea49f3d5644a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2b199bb563b4e91" /><Relationship Type="http://schemas.openxmlformats.org/officeDocument/2006/relationships/slide" Target="/ppt/slides/slide7.xml" Id="R031d400764404b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Introduce the project as a four-agent AI pipeline.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manual effort involved in research and content creation, and how this system removes that friction.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Highlight that the Orchestrator is the single coordinator and agents are decoupled.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each agent's responsibility briefly.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Show both mock and real modes. Mention the output is saved as a Markdown file in output/.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Highlight the mock mode and revision loop as the two most interesting technical choices.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 with the repo link.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b4b97721a46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94a1280de4b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e8e51d5d847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4b1562a4c45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c93153b6343d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108009d5d9746a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5d5cd60074ee1" /><Relationship Type="http://schemas.openxmlformats.org/officeDocument/2006/relationships/notesSlide" Target="/ppt/notesSlides/notesSlide1.xml" Id="R8039e963e90241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927c9a5394d41" /><Relationship Type="http://schemas.openxmlformats.org/officeDocument/2006/relationships/notesSlide" Target="/ppt/notesSlides/notesSlide2.xml" Id="Rf1facb5d848f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878e08e144a81" /><Relationship Type="http://schemas.openxmlformats.org/officeDocument/2006/relationships/notesSlide" Target="/ppt/notesSlides/notesSlide3.xml" Id="Rb601ca97865944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aa52e0fc46ae" /><Relationship Type="http://schemas.openxmlformats.org/officeDocument/2006/relationships/notesSlide" Target="/ppt/notesSlides/notesSlide4.xml" Id="Re196f50d39aa4c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1d148ec9342d8" /><Relationship Type="http://schemas.openxmlformats.org/officeDocument/2006/relationships/notesSlide" Target="/ppt/notesSlides/notesSlide5.xml" Id="R9873b5eb263d45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e2d924c814707" /><Relationship Type="http://schemas.openxmlformats.org/officeDocument/2006/relationships/notesSlide" Target="/ppt/notesSlides/notesSlide6.xml" Id="R90b6559cdba14a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531b833e04a2b" /><Relationship Type="http://schemas.openxmlformats.org/officeDocument/2006/relationships/notesSlide" Target="/ppt/notesSlides/notesSlide7.xml" Id="R9ab73682aea64d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itle"/>
          <p:cNvSpPr txBox="1"/>
          <p:nvPr/>
        </p:nvSpPr>
        <p:spPr>
          <a:xfrm xmlns:a="http://schemas.openxmlformats.org/drawingml/2006/main">
            <a:off x="720000" y="2520000"/>
            <a:ext cx="10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FFFFFF"/>
                </a:solidFill>
              </a:rPr>
              <a:t>Multi-Agent Research &amp; Content System</a:t>
            </a:r>
          </a:p>
        </p:txBody>
      </p:sp>
      <p:sp>
        <p:nvSpPr>
          <p:cNvPr id="100001" name="Subtitle"/>
          <p:cNvSpPr txBox="1"/>
          <p:nvPr/>
        </p:nvSpPr>
        <p:spPr>
          <a:xfrm xmlns:a="http://schemas.openxmlformats.org/drawingml/2006/main">
            <a:off x="720000" y="41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ABFFF"/>
                </a:solidFill>
              </a:rPr>
              <a:t>An AI pipeline that plans, researches, writes, and reviews — automatically.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2" name="Label"/>
          <p:cNvSpPr txBox="1"/>
          <p:nvPr/>
        </p:nvSpPr>
        <p:spPr>
          <a:xfrm xmlns:a="http://schemas.openxmlformats.org/drawingml/2006/main">
            <a:off x="720000" y="432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WHAT IS IT?</a:t>
            </a:r>
          </a:p>
        </p:txBody>
      </p:sp>
      <p:sp>
        <p:nvSpPr>
          <p:cNvPr id="100003" name="Title"/>
          <p:cNvSpPr txBox="1"/>
          <p:nvPr/>
        </p:nvSpPr>
        <p:spPr>
          <a:xfrm xmlns:a="http://schemas.openxmlformats.org/drawingml/2006/main">
            <a:off x="720000" y="792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761"/>
                </a:solidFill>
              </a:rPr>
              <a:t>The Problem It Solves</a:t>
            </a:r>
          </a:p>
        </p:txBody>
      </p:sp>
      <p:sp>
        <p:nvSpPr>
          <p:cNvPr id="100004" name="Body"/>
          <p:cNvSpPr txBox="1"/>
          <p:nvPr/>
        </p:nvSpPr>
        <p:spPr>
          <a:xfrm xmlns:a="http://schemas.openxmlformats.org/drawingml/2006/main">
            <a:off x="720000" y="1800000"/>
            <a:ext cx="1044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Turning a raw topic into a polished, reviewed research document takes many manual steps.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This system automates the entire pipeline — from breaking a topic into sub-tasks all the way to producing a final approved Markdown report.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5" name="Label"/>
          <p:cNvSpPr txBox="1"/>
          <p:nvPr/>
        </p:nvSpPr>
        <p:spPr>
          <a:xfrm xmlns:a="http://schemas.openxmlformats.org/drawingml/2006/main">
            <a:off x="720000" y="432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AABFFF"/>
                </a:solidFill>
              </a:rPr>
              <a:t>ARCHITECTURE</a:t>
            </a:r>
          </a:p>
        </p:txBody>
      </p:sp>
      <p:sp>
        <p:nvSpPr>
          <p:cNvPr id="100006" name="Title"/>
          <p:cNvSpPr txBox="1"/>
          <p:nvPr/>
        </p:nvSpPr>
        <p:spPr>
          <a:xfrm xmlns:a="http://schemas.openxmlformats.org/drawingml/2006/main">
            <a:off x="720000" y="792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Four-Agent Pipeline</a:t>
            </a:r>
          </a:p>
        </p:txBody>
      </p:sp>
      <p:sp>
        <p:nvSpPr>
          <p:cNvPr id="100007" name="Flow"/>
          <p:cNvSpPr txBox="1"/>
          <p:nvPr/>
        </p:nvSpPr>
        <p:spPr>
          <a:xfrm xmlns:a="http://schemas.openxmlformats.org/drawingml/2006/main">
            <a:off x="720000" y="180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AABFFF"/>
                </a:solidFill>
              </a:rPr>
              <a:t>Planner  →  Researcher  →  Writer  ↔  Reviewer</a:t>
            </a:r>
          </a:p>
        </p:txBody>
      </p:sp>
      <p:sp>
        <p:nvSpPr>
          <p:cNvPr id="100008" name="Note"/>
          <p:cNvSpPr txBox="1"/>
          <p:nvPr/>
        </p:nvSpPr>
        <p:spPr>
          <a:xfrm xmlns:a="http://schemas.openxmlformats.org/drawingml/2006/main">
            <a:off x="720000" y="288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All coordination flows through the Orchestrator — no agent calls another directly.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9" name="Label"/>
          <p:cNvSpPr txBox="1"/>
          <p:nvPr/>
        </p:nvSpPr>
        <p:spPr>
          <a:xfrm xmlns:a="http://schemas.openxmlformats.org/drawingml/2006/main">
            <a:off x="720000" y="432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THE AGENTS</a:t>
            </a:r>
          </a:p>
        </p:txBody>
      </p:sp>
      <p:sp>
        <p:nvSpPr>
          <p:cNvPr id="100010" name="Title"/>
          <p:cNvSpPr txBox="1"/>
          <p:nvPr/>
        </p:nvSpPr>
        <p:spPr>
          <a:xfrm xmlns:a="http://schemas.openxmlformats.org/drawingml/2006/main">
            <a:off x="720000" y="792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761"/>
                </a:solidFill>
              </a:rPr>
              <a:t>What Each Agent Does</a:t>
            </a:r>
          </a:p>
        </p:txBody>
      </p:sp>
      <p:sp>
        <p:nvSpPr>
          <p:cNvPr id="100011" name="Planner"/>
          <p:cNvSpPr txBox="1"/>
          <p:nvPr/>
        </p:nvSpPr>
        <p:spPr>
          <a:xfrm xmlns:a="http://schemas.openxmlformats.org/drawingml/2006/main">
            <a:off x="720000" y="1872000"/>
            <a:ext cx="46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E2761"/>
                </a:solidFill>
              </a:rPr>
              <a:t>🗂  Planner</a:t>
            </a:r>
          </a:p>
          <a:p xmlns:a="http://schemas.openxmlformats.org/drawingml/2006/main">
            <a:r>
              <a:rPr lang="en-US" sz="1700">
                <a:solidFill>
                  <a:srgbClr val="1E2761"/>
                </a:solidFill>
              </a:rPr>
              <a:t>Breaks the topic into focused sub-tasks</a:t>
            </a:r>
          </a:p>
        </p:txBody>
      </p:sp>
      <p:sp>
        <p:nvSpPr>
          <p:cNvPr id="100012" name="Researcher"/>
          <p:cNvSpPr txBox="1"/>
          <p:nvPr/>
        </p:nvSpPr>
        <p:spPr>
          <a:xfrm xmlns:a="http://schemas.openxmlformats.org/drawingml/2006/main">
            <a:off x="6120000" y="1872000"/>
            <a:ext cx="46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E2761"/>
                </a:solidFill>
              </a:rPr>
              <a:t>🔍  Researcher</a:t>
            </a:r>
          </a:p>
          <a:p xmlns:a="http://schemas.openxmlformats.org/drawingml/2006/main">
            <a:r>
              <a:rPr lang="en-US" sz="1700">
                <a:solidFill>
                  <a:srgbClr val="1E2761"/>
                </a:solidFill>
              </a:rPr>
              <a:t>Gathers content for each sub-task</a:t>
            </a:r>
          </a:p>
        </p:txBody>
      </p:sp>
      <p:sp>
        <p:nvSpPr>
          <p:cNvPr id="100013" name="Writer"/>
          <p:cNvSpPr txBox="1"/>
          <p:nvPr/>
        </p:nvSpPr>
        <p:spPr>
          <a:xfrm xmlns:a="http://schemas.openxmlformats.org/drawingml/2006/main">
            <a:off x="720000" y="3240000"/>
            <a:ext cx="46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E2761"/>
                </a:solidFill>
              </a:rPr>
              <a:t>✍  Writer</a:t>
            </a:r>
          </a:p>
          <a:p xmlns:a="http://schemas.openxmlformats.org/drawingml/2006/main">
            <a:r>
              <a:rPr lang="en-US" sz="1700">
                <a:solidFill>
                  <a:srgbClr val="1E2761"/>
                </a:solidFill>
              </a:rPr>
              <a:t>Produces and revises the Markdown draft</a:t>
            </a:r>
          </a:p>
        </p:txBody>
      </p:sp>
      <p:sp>
        <p:nvSpPr>
          <p:cNvPr id="100014" name="Reviewer"/>
          <p:cNvSpPr txBox="1"/>
          <p:nvPr/>
        </p:nvSpPr>
        <p:spPr>
          <a:xfrm xmlns:a="http://schemas.openxmlformats.org/drawingml/2006/main">
            <a:off x="6120000" y="3240000"/>
            <a:ext cx="46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E2761"/>
                </a:solidFill>
              </a:rPr>
              <a:t>✅  Reviewer</a:t>
            </a:r>
          </a:p>
          <a:p xmlns:a="http://schemas.openxmlformats.org/drawingml/2006/main">
            <a:r>
              <a:rPr lang="en-US" sz="1700">
                <a:solidFill>
                  <a:srgbClr val="1E2761"/>
                </a:solidFill>
              </a:rPr>
              <a:t>Approves or requests revisions (up to 2 rounds)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15" name="Label"/>
          <p:cNvSpPr txBox="1"/>
          <p:nvPr/>
        </p:nvSpPr>
        <p:spPr>
          <a:xfrm xmlns:a="http://schemas.openxmlformats.org/drawingml/2006/main">
            <a:off x="720000" y="432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AABFFF"/>
                </a:solidFill>
              </a:rPr>
              <a:t>HOW TO RUN</a:t>
            </a:r>
          </a:p>
        </p:txBody>
      </p:sp>
      <p:sp>
        <p:nvSpPr>
          <p:cNvPr id="100016" name="Title"/>
          <p:cNvSpPr txBox="1"/>
          <p:nvPr/>
        </p:nvSpPr>
        <p:spPr>
          <a:xfrm xmlns:a="http://schemas.openxmlformats.org/drawingml/2006/main">
            <a:off x="720000" y="792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100017" name="Mock"/>
          <p:cNvSpPr txBox="1"/>
          <p:nvPr/>
        </p:nvSpPr>
        <p:spPr>
          <a:xfrm xmlns:a="http://schemas.openxmlformats.org/drawingml/2006/main">
            <a:off x="720000" y="1872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AABFFF"/>
                </a:solidFill>
              </a:rPr>
              <a:t>Mock mode (no API key needed)</a:t>
            </a:r>
          </a:p>
          <a:p xmlns:a="http://schemas.openxmlformats.org/drawingml/2006/main">
            <a:r>
              <a:rPr lang="en-US" sz="1700">
                <a:solidFill>
                  <a:srgbClr val="AABFFF"/>
                </a:solidFill>
              </a:rPr>
              <a:t>python -m multi_agent_system.main --topic "Quantum Computing" --mock</a:t>
            </a:r>
          </a:p>
        </p:txBody>
      </p:sp>
      <p:sp>
        <p:nvSpPr>
          <p:cNvPr id="100018" name="Real"/>
          <p:cNvSpPr txBox="1"/>
          <p:nvPr/>
        </p:nvSpPr>
        <p:spPr>
          <a:xfrm xmlns:a="http://schemas.openxmlformats.org/drawingml/2006/main">
            <a:off x="720000" y="3240000"/>
            <a:ext cx="104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FFFFFF"/>
                </a:solidFill>
              </a:rPr>
              <a:t>Real mode (Anthropic Claude)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</a:rPr>
              <a:t>set ANTHROPIC_API_KEY=your-key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</a:rPr>
              <a:t>python -m multi_agent_system.main --topic "Quantum Computing"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9" name="Label"/>
          <p:cNvSpPr txBox="1"/>
          <p:nvPr/>
        </p:nvSpPr>
        <p:spPr>
          <a:xfrm xmlns:a="http://schemas.openxmlformats.org/drawingml/2006/main">
            <a:off x="720000" y="432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KEY FEATURES</a:t>
            </a:r>
          </a:p>
        </p:txBody>
      </p:sp>
      <p:sp>
        <p:nvSpPr>
          <p:cNvPr id="100020" name="Title"/>
          <p:cNvSpPr txBox="1"/>
          <p:nvPr/>
        </p:nvSpPr>
        <p:spPr>
          <a:xfrm xmlns:a="http://schemas.openxmlformats.org/drawingml/2006/main">
            <a:off x="720000" y="792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761"/>
                </a:solidFill>
              </a:rPr>
              <a:t>Why It Stands Out</a:t>
            </a:r>
          </a:p>
        </p:txBody>
      </p:sp>
      <p:sp>
        <p:nvSpPr>
          <p:cNvPr id="100021" name="Features"/>
          <p:cNvSpPr txBox="1"/>
          <p:nvPr/>
        </p:nvSpPr>
        <p:spPr>
          <a:xfrm xmlns:a="http://schemas.openxmlformats.org/drawingml/2006/main">
            <a:off x="720000" y="1800000"/>
            <a:ext cx="1044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→  Mock mode — run and demo with zero API cost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→  Revision loop — Writer improves until Reviewer approves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→  Fully decoupled agents — easy to swap or extend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→  Structured output — clean Markdown report saved to disk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→  Custom exceptions — clear error handling at every stage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22" name="Title"/>
          <p:cNvSpPr txBox="1"/>
          <p:nvPr/>
        </p:nvSpPr>
        <p:spPr>
          <a:xfrm xmlns:a="http://schemas.openxmlformats.org/drawingml/2006/main">
            <a:off x="720000" y="2520000"/>
            <a:ext cx="104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FFF"/>
                </a:solidFill>
              </a:rPr>
              <a:t>github.com/Devreeeeee/Multi-Agent-System</a:t>
            </a:r>
          </a:p>
        </p:txBody>
      </p:sp>
      <p:sp>
        <p:nvSpPr>
          <p:cNvPr id="100023" name="Sub"/>
          <p:cNvSpPr txBox="1"/>
          <p:nvPr/>
        </p:nvSpPr>
        <p:spPr>
          <a:xfrm xmlns:a="http://schemas.openxmlformats.org/drawingml/2006/main">
            <a:off x="720000" y="3600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ABFFF"/>
                </a:solidFill>
              </a:rPr>
              <a:t>Built with Python · Anthropic Claude · Clean Agent Architecture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2026-09-15T05:05:42Z</dcterms:created>
  <cp:lastModifiedBy>OfficeCLI</cp:lastModifiedBy>
  <dcterms:modified xsi:type="dcterms:W3CDTF">2026-09-15T05:05:42Z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2026-09-15T05:05:44Z</vt:lpwstr>
  </op:property>
</op:Properties>
</file>