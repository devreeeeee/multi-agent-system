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as a four-agent AI pipeline that turns a topic into a reviewed Markdown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manual effort involved in research and content creation, and how this system removes that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Orchestrator is the single coordinator and agents are fully decoupled. Point out the dashed feedback loop from Reviewer back to Writer.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agent's single responsibility. Stress that each one does exactly one job — that is what makes them swappable.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interesting technical decision in the project — the loop that improves quality, plus the cap that stops it running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 1 — the interface before running. Point out mock mode being ON and the example topic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 2 — the completed run on the left, the finished report on the right. Mention the Sub-tasks and Agent Logs tabs as the transparency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modes. Mock mode is the one to use when demoing — it is instant and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mode and the revision loop are the two most interesting technical choices — lead with those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the repo link.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SKILLUP HACKATHON  ·  IBM SKILLSBUILD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002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Content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576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pipeline that plans, researches, writes and reviews — automatically.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709160"/>
            <a:ext cx="2194560" cy="658368"/>
          </a:xfrm>
          <a:prstGeom prst="roundRect">
            <a:avLst>
              <a:gd name="adj" fmla="val 13889"/>
            </a:avLst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9011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4709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4937760"/>
            <a:ext cx="210312" cy="2103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19272" y="4709160"/>
            <a:ext cx="2194560" cy="658368"/>
          </a:xfrm>
          <a:prstGeom prst="roundRect">
            <a:avLst>
              <a:gd name="adj" fmla="val 13889"/>
            </a:avLst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90118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86200" y="4709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937760"/>
            <a:ext cx="210312" cy="2103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861304" y="4709160"/>
            <a:ext cx="2194560" cy="658368"/>
          </a:xfrm>
          <a:prstGeom prst="roundRect">
            <a:avLst>
              <a:gd name="adj" fmla="val 13889"/>
            </a:avLst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490118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428232" y="4709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937760"/>
            <a:ext cx="210312" cy="21031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403336" y="4709160"/>
            <a:ext cx="2194560" cy="658368"/>
          </a:xfrm>
          <a:prstGeom prst="roundRect">
            <a:avLst>
              <a:gd name="adj" fmla="val 13889"/>
            </a:avLst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4901184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970264" y="4709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77724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Anthropic Claude  ·  Mock mode  ·  Markdown output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 manual relay race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raw topic into a polished, reviewed document means repeating the same four steps by hand — every single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395728"/>
            <a:ext cx="51206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724912"/>
            <a:ext cx="548640" cy="548640"/>
          </a:xfrm>
          <a:prstGeom prst="ellipse">
            <a:avLst/>
          </a:prstGeom>
          <a:solidFill>
            <a:srgbClr val="E3ED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867558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by hand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inconsistent, easy to skip a step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43000" y="3739896"/>
            <a:ext cx="146304" cy="146304"/>
          </a:xfrm>
          <a:prstGeom prst="ellipse">
            <a:avLst/>
          </a:prstGeom>
          <a:solidFill>
            <a:srgbClr val="B9CC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44752" y="36576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topic down yourself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43000" y="4270248"/>
            <a:ext cx="146304" cy="146304"/>
          </a:xfrm>
          <a:prstGeom prst="ellipse">
            <a:avLst/>
          </a:prstGeom>
          <a:solidFill>
            <a:srgbClr val="B9CC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44752" y="4187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summarise each part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143000" y="4800600"/>
            <a:ext cx="146304" cy="146304"/>
          </a:xfrm>
          <a:prstGeom prst="ellipse">
            <a:avLst/>
          </a:prstGeom>
          <a:solidFill>
            <a:srgbClr val="B9CC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44752" y="4718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the notes into a draft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43000" y="5330952"/>
            <a:ext cx="146304" cy="146304"/>
          </a:xfrm>
          <a:prstGeom prst="ellipse">
            <a:avLst/>
          </a:prstGeom>
          <a:solidFill>
            <a:srgbClr val="B9C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444752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and rewrite it again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09360" y="2395728"/>
            <a:ext cx="5120640" cy="3429000"/>
          </a:xfrm>
          <a:prstGeom prst="roundRect">
            <a:avLst>
              <a:gd name="adj" fmla="val 1600"/>
            </a:avLst>
          </a:prstGeom>
          <a:solidFill>
            <a:srgbClr val="E6F2F1"/>
          </a:solidFill>
          <a:ln w="12700">
            <a:solidFill>
              <a:srgbClr val="9FD8D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27249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867558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36092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pipeline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736092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four specialised agents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720840" y="37398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22592" y="36576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splits it into sub-tasks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720840" y="42702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022592" y="4187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gathers each one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720840" y="48006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022592" y="4718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produces the draft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720840" y="53309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022592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 or sends it back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orchestrator, four agents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880360" y="17830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9751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9476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every hand-off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2560320"/>
            <a:ext cx="0" cy="347472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88820" y="2907792"/>
            <a:ext cx="8174736" cy="0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88820" y="2907792"/>
            <a:ext cx="0" cy="521208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429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87552" y="36850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9" y="3808659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987552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→ sub-tasks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268" y="4032504"/>
            <a:ext cx="169164" cy="16916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13732" y="2907792"/>
            <a:ext cx="0" cy="521208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456432" y="3429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712464" y="36850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091" y="3808659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325112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3712464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sub-task → notes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4032504"/>
            <a:ext cx="169164" cy="16916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38644" y="2907792"/>
            <a:ext cx="0" cy="521208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81344" y="3429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37376" y="36850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003" y="3808659"/>
            <a:ext cx="228234" cy="22823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050024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437376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→ draft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092" y="4032504"/>
            <a:ext cx="169164" cy="16916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0163556" y="2907792"/>
            <a:ext cx="0" cy="521208"/>
          </a:xfrm>
          <a:prstGeom prst="line">
            <a:avLst/>
          </a:prstGeom>
          <a:noFill/>
          <a:ln w="15875">
            <a:solidFill>
              <a:srgbClr val="B2C9CD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906256" y="3429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162288" y="36850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915" y="3808659"/>
            <a:ext cx="228234" cy="22823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774936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9162288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→ verdict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10163556" y="4800600"/>
            <a:ext cx="0" cy="429768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</a:ln>
        </p:spPr>
      </p:sp>
      <p:sp>
        <p:nvSpPr>
          <p:cNvPr id="38" name="Shape 28"/>
          <p:cNvSpPr/>
          <p:nvPr/>
        </p:nvSpPr>
        <p:spPr>
          <a:xfrm>
            <a:off x="7438644" y="5230368"/>
            <a:ext cx="2724912" cy="0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</a:ln>
        </p:spPr>
      </p:sp>
      <p:sp>
        <p:nvSpPr>
          <p:cNvPr id="39" name="Shape 29"/>
          <p:cNvSpPr/>
          <p:nvPr/>
        </p:nvSpPr>
        <p:spPr>
          <a:xfrm>
            <a:off x="7438644" y="4800600"/>
            <a:ext cx="0" cy="429768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</a:ln>
        </p:spPr>
      </p:sp>
      <p:sp>
        <p:nvSpPr>
          <p:cNvPr id="40" name="Shape 30"/>
          <p:cNvSpPr/>
          <p:nvPr/>
        </p:nvSpPr>
        <p:spPr>
          <a:xfrm>
            <a:off x="7968996" y="5029200"/>
            <a:ext cx="2011680" cy="402336"/>
          </a:xfrm>
          <a:prstGeom prst="roundRect">
            <a:avLst>
              <a:gd name="adj" fmla="val 20455"/>
            </a:avLst>
          </a:prstGeom>
          <a:solidFill>
            <a:srgbClr val="E6F2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968996" y="50292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loop · max 2</a:t>
            </a:r>
            <a:endParaRPr lang="en-US" sz="1150" dirty="0"/>
          </a:p>
        </p:txBody>
      </p:sp>
      <p:sp>
        <p:nvSpPr>
          <p:cNvPr id="42" name="Text 32"/>
          <p:cNvSpPr txBox="1"/>
          <p:nvPr/>
        </p:nvSpPr>
        <p:spPr>
          <a:xfrm>
            <a:off x="731520" y="57150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ever calls another directly — swapping or adding an agent touches one file.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is responsible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1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20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7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697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topic into 2–4 focused, non-overlapping sub-tasks so nothing is researched twice.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topic string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list of sub-tasks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59" y="21881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96912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607040" y="2020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7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97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sub-task and returns a short, self-contained summary of that slice.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one sub-task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summary text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" y="3950208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1560" y="42245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19" y="4355287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19072" y="4242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0" y="4187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7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051560" y="48646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every summary into one coherent Markdown draft, and rewrites it on request.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1051560" y="5431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all summaries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Markdown draft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309360" y="3950208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29400" y="42245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159" y="4355287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96912" y="4242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0607040" y="4187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7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6629400" y="48646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the draft for completeness and either approves it or returns specific feedback.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629400" y="5431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draft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approve / revise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revision loop — and its brakes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4984" y="2496312"/>
            <a:ext cx="0" cy="365760"/>
          </a:xfrm>
          <a:prstGeom prst="line">
            <a:avLst/>
          </a:prstGeom>
          <a:noFill/>
          <a:ln w="15875">
            <a:solidFill>
              <a:srgbClr val="C2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856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produces a draft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67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research summaries are merged into one document.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4984" y="3520440"/>
            <a:ext cx="0" cy="365760"/>
          </a:xfrm>
          <a:prstGeom prst="line">
            <a:avLst/>
          </a:prstGeom>
          <a:noFill/>
          <a:ln w="15875">
            <a:solidFill>
              <a:srgbClr val="C2D5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2880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inspects 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91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coverage, structure and whether anything is missing.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9227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4984" y="4544568"/>
            <a:ext cx="0" cy="365760"/>
          </a:xfrm>
          <a:prstGeom prst="line">
            <a:avLst/>
          </a:prstGeom>
          <a:noFill/>
          <a:ln w="15875">
            <a:solidFill>
              <a:srgbClr val="C2D5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39044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goes back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153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rejected, the specific critique is handed to the Writer.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94690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928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at 2 rounds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395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cannot run forever — the best draft is returned.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1874520"/>
            <a:ext cx="4023360" cy="1965960"/>
          </a:xfrm>
          <a:prstGeom prst="roundRect">
            <a:avLst>
              <a:gd name="adj" fmla="val 325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43800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revision rounds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cap, two agents can argue with each other indefinitely.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406908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4343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446227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138160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handled, not ignored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7543800" y="4919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topic, malformed agent output and API errors each raise a named exception instead of crashing the run.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topic, run the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5952744" cy="4169664"/>
          </a:xfrm>
          <a:prstGeom prst="roundRect">
            <a:avLst>
              <a:gd name="adj" fmla="val 1096"/>
            </a:avLst>
          </a:prstGeom>
          <a:solidFill>
            <a:srgbClr val="1B3A42"/>
          </a:solidFill>
          <a:ln/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pic>
        <p:nvPicPr>
          <p:cNvPr id="5" name="Image 0" descr="sho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92224"/>
            <a:ext cx="580644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9618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in mock mode — topic input, example chips and both toggles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67728" y="1764792"/>
            <a:ext cx="446227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42048" y="2039112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75" y="2162739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18704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918704" y="2258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four-agent pipeline with zero API cost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67728" y="3118104"/>
            <a:ext cx="446227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42048" y="33924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675" y="3516051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18704" y="3300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918704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topic, live-counted and capped at 300 characters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67728" y="4471416"/>
            <a:ext cx="446227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2048" y="47457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675" y="4869363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918704" y="4654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stepper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918704" y="4965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shows which agent is working right now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agents, one finished report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7512" y="1764792"/>
            <a:ext cx="5239512" cy="4087368"/>
          </a:xfrm>
          <a:prstGeom prst="roundRect">
            <a:avLst>
              <a:gd name="adj" fmla="val 1119"/>
            </a:avLst>
          </a:prstGeom>
          <a:solidFill>
            <a:srgbClr val="1B3A42"/>
          </a:solidFill>
          <a:ln/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pic>
        <p:nvPicPr>
          <p:cNvPr id="5" name="Image 0" descr="shot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28800"/>
            <a:ext cx="5093208" cy="3959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907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stages complete — 2 revision rounds, max reached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45352" y="1764792"/>
            <a:ext cx="5065776" cy="4087368"/>
          </a:xfrm>
          <a:prstGeom prst="roundRect">
            <a:avLst>
              <a:gd name="adj" fmla="val 1119"/>
            </a:avLst>
          </a:prstGeom>
          <a:solidFill>
            <a:srgbClr val="1B3A42"/>
          </a:solidFill>
          <a:ln/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pic>
        <p:nvPicPr>
          <p:cNvPr id="8" name="Image 1" descr="shot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4937760" cy="39593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907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Markdown report, ready to copy or download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commands, no setup friction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267712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091E24"/>
          </a:solidFill>
          <a:ln w="12700">
            <a:solidFill>
              <a:srgbClr val="2248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45059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multi_agent_system.main \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--topic "Quantum Computing" --mock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key. Hardcoded responses. Free.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267712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091E24"/>
          </a:solidFill>
          <a:ln w="12700">
            <a:solidFill>
              <a:srgbClr val="2248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45059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set ANTHROPIC_API_KEY=your-key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multi_agent_system.main \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--topic "Quantum Computing"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Anthropic Claude for every agent.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1641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4782312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732" y="4920204"/>
            <a:ext cx="254569" cy="254569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737360" y="457200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written to output/&lt;topic&gt;.md and printed to the terminal — every agent’s intermediate result is logged along the way.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96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design holds 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1226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20" y="2250156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2002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19072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or test the whole pipeline with no API key and no cost.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12264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860" y="2250156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96912" y="2002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loop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96912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improves the draft until the Reviewer signs off — capped at 2.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182112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351129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20" y="3649188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19072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agents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19072" y="3730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shares one base interface, so any of them can be swapped.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182112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351129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860" y="364918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96912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96912" y="3730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Markdown report saved to disk, not throwaway terminal text.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31520" y="4581144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" y="491032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20" y="5048220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19072" y="4800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exceptions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719072" y="5129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mode has its own exception and a readable message.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309360" y="4581144"/>
            <a:ext cx="5120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01968" y="491032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860" y="5048220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96912" y="4800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interface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296912" y="5129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--topic flag for scripted runs, an interactive prompt when omitted.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readable codebase that demonstrates a real multi-agent pattern — planning, delegation, synthesis and critique.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749040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977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37490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github.com/Devreeeeee/Multi-Agent-System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 ·  Anthropic Claude  ·  Clean agent 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732520" y="2377440"/>
            <a:ext cx="960120" cy="960120"/>
          </a:xfrm>
          <a:prstGeom prst="ellipse">
            <a:avLst/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651760"/>
            <a:ext cx="411480" cy="411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012680" y="2377440"/>
            <a:ext cx="960120" cy="960120"/>
          </a:xfrm>
          <a:prstGeom prst="ellipse">
            <a:avLst/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651760"/>
            <a:ext cx="411480" cy="4114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732520" y="3657600"/>
            <a:ext cx="960120" cy="960120"/>
          </a:xfrm>
          <a:prstGeom prst="ellipse">
            <a:avLst/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3931920"/>
            <a:ext cx="411480" cy="4114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0012680" y="3657600"/>
            <a:ext cx="960120" cy="960120"/>
          </a:xfrm>
          <a:prstGeom prst="ellipse">
            <a:avLst/>
          </a:prstGeom>
          <a:solidFill>
            <a:srgbClr val="16414D"/>
          </a:solidFill>
          <a:ln w="12700">
            <a:solidFill>
              <a:srgbClr val="24596A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39319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Research &amp; Content System</dc:title>
  <dc:subject>PptxGenJS Presentation</dc:subject>
  <dc:creator>Multi-Agent Research &amp; Content System</dc:creator>
  <cp:lastModifiedBy>Multi-Agent Research &amp; Content System</cp:lastModifiedBy>
  <cp:revision>1</cp:revision>
  <dcterms:created xsi:type="dcterms:W3CDTF">2026-09-17T06:41:06Z</dcterms:created>
  <dcterms:modified xsi:type="dcterms:W3CDTF">2026-09-17T06:41:06Z</dcterms:modified>
</cp:coreProperties>
</file>